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C25D9-2D38-41BC-96F2-F75F58245AB9}" v="9" dt="2026-10-28T01:04:57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ri eswaraprasad narra" userId="b91ac41318579160" providerId="LiveId" clId="{FF7B44E0-2223-4AE4-BABD-2F53BAF07701}"/>
    <pc:docChg chg="undo custSel addSld delSld modSld addMainMaster delMainMaster">
      <pc:chgData name="gowri eswaraprasad narra" userId="b91ac41318579160" providerId="LiveId" clId="{FF7B44E0-2223-4AE4-BABD-2F53BAF07701}" dt="2026-10-28T01:27:52.047" v="205" actId="26606"/>
      <pc:docMkLst>
        <pc:docMk/>
      </pc:docMkLst>
      <pc:sldChg chg="addSp delSp modSp add del mod setBg modClrScheme setClrOvrMap chgLayout">
        <pc:chgData name="gowri eswaraprasad narra" userId="b91ac41318579160" providerId="LiveId" clId="{FF7B44E0-2223-4AE4-BABD-2F53BAF07701}" dt="2026-10-28T01:08:49.319" v="105" actId="26606"/>
        <pc:sldMkLst>
          <pc:docMk/>
          <pc:sldMk cId="3564682581" sldId="256"/>
        </pc:sldMkLst>
        <pc:spChg chg="mod">
          <ac:chgData name="gowri eswaraprasad narra" userId="b91ac41318579160" providerId="LiveId" clId="{FF7B44E0-2223-4AE4-BABD-2F53BAF07701}" dt="2026-10-28T00:40:10.310" v="21" actId="26606"/>
          <ac:spMkLst>
            <pc:docMk/>
            <pc:sldMk cId="3564682581" sldId="256"/>
            <ac:spMk id="2" creationId="{5C0318E0-EDA5-F013-5049-9830A8F29DF9}"/>
          </ac:spMkLst>
        </pc:spChg>
        <pc:spChg chg="mod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3" creationId="{E4D853E5-15FE-8E15-9755-31AA472664E2}"/>
          </ac:spMkLst>
        </pc:spChg>
        <pc:spChg chg="add del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33" creationId="{5820888B-4EA5-E0E8-6D52-7733E1E77451}"/>
          </ac:spMkLst>
        </pc:spChg>
        <pc:spChg chg="add del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35" creationId="{06B5A8BF-0680-F9A7-27B1-3971EC934783}"/>
          </ac:spMkLst>
        </pc:spChg>
        <pc:spChg chg="add del">
          <ac:chgData name="gowri eswaraprasad narra" userId="b91ac41318579160" providerId="LiveId" clId="{FF7B44E0-2223-4AE4-BABD-2F53BAF07701}" dt="2026-10-28T00:37:01.423" v="1" actId="26606"/>
          <ac:spMkLst>
            <pc:docMk/>
            <pc:sldMk cId="3564682581" sldId="256"/>
            <ac:spMk id="40" creationId="{FF9FFCE1-E057-415B-A971-88EC7E22AF15}"/>
          </ac:spMkLst>
        </pc:spChg>
        <pc:spChg chg="add del">
          <ac:chgData name="gowri eswaraprasad narra" userId="b91ac41318579160" providerId="LiveId" clId="{FF7B44E0-2223-4AE4-BABD-2F53BAF07701}" dt="2026-10-28T00:37:01.423" v="1" actId="26606"/>
          <ac:spMkLst>
            <pc:docMk/>
            <pc:sldMk cId="3564682581" sldId="256"/>
            <ac:spMk id="42" creationId="{B2C335F7-F61C-4EB4-80F2-4B1438FE66BB}"/>
          </ac:spMkLst>
        </pc:spChg>
        <pc:spChg chg="add del">
          <ac:chgData name="gowri eswaraprasad narra" userId="b91ac41318579160" providerId="LiveId" clId="{FF7B44E0-2223-4AE4-BABD-2F53BAF07701}" dt="2026-10-28T00:37:01.423" v="1" actId="26606"/>
          <ac:spMkLst>
            <pc:docMk/>
            <pc:sldMk cId="3564682581" sldId="256"/>
            <ac:spMk id="44" creationId="{D58401B5-5F1B-4D21-9AC3-AAEC8D366502}"/>
          </ac:spMkLst>
        </pc:spChg>
        <pc:spChg chg="add del">
          <ac:chgData name="gowri eswaraprasad narra" userId="b91ac41318579160" providerId="LiveId" clId="{FF7B44E0-2223-4AE4-BABD-2F53BAF07701}" dt="2026-10-28T00:37:04.851" v="3" actId="26606"/>
          <ac:spMkLst>
            <pc:docMk/>
            <pc:sldMk cId="3564682581" sldId="256"/>
            <ac:spMk id="46" creationId="{4958DF84-F5C6-794F-8945-485D6C107518}"/>
          </ac:spMkLst>
        </pc:spChg>
        <pc:spChg chg="add del">
          <ac:chgData name="gowri eswaraprasad narra" userId="b91ac41318579160" providerId="LiveId" clId="{FF7B44E0-2223-4AE4-BABD-2F53BAF07701}" dt="2026-10-28T00:37:04.851" v="3" actId="26606"/>
          <ac:spMkLst>
            <pc:docMk/>
            <pc:sldMk cId="3564682581" sldId="256"/>
            <ac:spMk id="47" creationId="{4AF0997A-7C0F-4AD2-BA90-5FE341A17796}"/>
          </ac:spMkLst>
        </pc:spChg>
        <pc:spChg chg="add del">
          <ac:chgData name="gowri eswaraprasad narra" userId="b91ac41318579160" providerId="LiveId" clId="{FF7B44E0-2223-4AE4-BABD-2F53BAF07701}" dt="2026-10-28T00:37:04.851" v="3" actId="26606"/>
          <ac:spMkLst>
            <pc:docMk/>
            <pc:sldMk cId="3564682581" sldId="256"/>
            <ac:spMk id="48" creationId="{72E67446-732B-4F72-8560-6FABB6CB25A3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0" creationId="{BA53A868-C420-4BAE-9244-EC162AF05CFC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1" creationId="{EA4E4267-CAF0-4C38-8DC6-CD3B1A9F046E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3" creationId="{0EE3ACC5-126D-4BA4-8B45-7F0B5B839C51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5" creationId="{AB2868F7-FE10-4289-A5BD-90763C7A2F5A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7" creationId="{BD94142C-10EE-487C-A327-404FDF358F22}"/>
          </ac:spMkLst>
        </pc:spChg>
        <pc:spChg chg="add del">
          <ac:chgData name="gowri eswaraprasad narra" userId="b91ac41318579160" providerId="LiveId" clId="{FF7B44E0-2223-4AE4-BABD-2F53BAF07701}" dt="2026-10-28T00:37:12.341" v="5" actId="26606"/>
          <ac:spMkLst>
            <pc:docMk/>
            <pc:sldMk cId="3564682581" sldId="256"/>
            <ac:spMk id="58" creationId="{5F7FAC2D-7A74-4939-A917-A1A5AF935685}"/>
          </ac:spMkLst>
        </pc:spChg>
        <pc:spChg chg="add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60" creationId="{FF9FFCE1-E057-415B-A971-88EC7E22AF15}"/>
          </ac:spMkLst>
        </pc:spChg>
        <pc:spChg chg="add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61" creationId="{B2C335F7-F61C-4EB4-80F2-4B1438FE66BB}"/>
          </ac:spMkLst>
        </pc:spChg>
        <pc:spChg chg="add">
          <ac:chgData name="gowri eswaraprasad narra" userId="b91ac41318579160" providerId="LiveId" clId="{FF7B44E0-2223-4AE4-BABD-2F53BAF07701}" dt="2026-10-28T00:37:12.346" v="6" actId="26606"/>
          <ac:spMkLst>
            <pc:docMk/>
            <pc:sldMk cId="3564682581" sldId="256"/>
            <ac:spMk id="62" creationId="{D58401B5-5F1B-4D21-9AC3-AAEC8D366502}"/>
          </ac:spMkLst>
        </pc:spChg>
        <pc:picChg chg="mod">
          <ac:chgData name="gowri eswaraprasad narra" userId="b91ac41318579160" providerId="LiveId" clId="{FF7B44E0-2223-4AE4-BABD-2F53BAF07701}" dt="2026-10-28T00:37:12.346" v="6" actId="26606"/>
          <ac:picMkLst>
            <pc:docMk/>
            <pc:sldMk cId="3564682581" sldId="256"/>
            <ac:picMk id="27" creationId="{62620B66-37F3-E002-19EE-9022756EAB20}"/>
          </ac:picMkLst>
        </pc:picChg>
      </pc:sldChg>
      <pc:sldChg chg="addSp modSp new mod">
        <pc:chgData name="gowri eswaraprasad narra" userId="b91ac41318579160" providerId="LiveId" clId="{FF7B44E0-2223-4AE4-BABD-2F53BAF07701}" dt="2026-10-28T00:45:13.213" v="40" actId="26606"/>
        <pc:sldMkLst>
          <pc:docMk/>
          <pc:sldMk cId="226766915" sldId="257"/>
        </pc:sldMkLst>
        <pc:spChg chg="mod">
          <ac:chgData name="gowri eswaraprasad narra" userId="b91ac41318579160" providerId="LiveId" clId="{FF7B44E0-2223-4AE4-BABD-2F53BAF07701}" dt="2026-10-28T00:45:13.213" v="40" actId="26606"/>
          <ac:spMkLst>
            <pc:docMk/>
            <pc:sldMk cId="226766915" sldId="257"/>
            <ac:spMk id="2" creationId="{3D025A4B-D091-D44A-A31F-957219C2E25C}"/>
          </ac:spMkLst>
        </pc:spChg>
        <pc:spChg chg="add mod">
          <ac:chgData name="gowri eswaraprasad narra" userId="b91ac41318579160" providerId="LiveId" clId="{FF7B44E0-2223-4AE4-BABD-2F53BAF07701}" dt="2026-10-28T00:45:13.213" v="40" actId="26606"/>
          <ac:spMkLst>
            <pc:docMk/>
            <pc:sldMk cId="226766915" sldId="257"/>
            <ac:spMk id="3" creationId="{92CC4AC6-769C-4729-49E5-549A930C0CB1}"/>
          </ac:spMkLst>
        </pc:spChg>
        <pc:spChg chg="add">
          <ac:chgData name="gowri eswaraprasad narra" userId="b91ac41318579160" providerId="LiveId" clId="{FF7B44E0-2223-4AE4-BABD-2F53BAF07701}" dt="2026-10-28T00:45:13.213" v="40" actId="26606"/>
          <ac:spMkLst>
            <pc:docMk/>
            <pc:sldMk cId="226766915" sldId="257"/>
            <ac:spMk id="4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0:45:13.213" v="40" actId="26606"/>
          <ac:spMkLst>
            <pc:docMk/>
            <pc:sldMk cId="226766915" sldId="257"/>
            <ac:spMk id="5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0:45:13.213" v="40" actId="26606"/>
          <ac:spMkLst>
            <pc:docMk/>
            <pc:sldMk cId="226766915" sldId="257"/>
            <ac:spMk id="6" creationId="{00000000-0000-0000-0000-000000000000}"/>
          </ac:spMkLst>
        </pc:spChg>
      </pc:sldChg>
      <pc:sldChg chg="addSp delSp modSp new del mod setBg setClrOvrMap">
        <pc:chgData name="gowri eswaraprasad narra" userId="b91ac41318579160" providerId="LiveId" clId="{FF7B44E0-2223-4AE4-BABD-2F53BAF07701}" dt="2026-10-28T00:42:55.470" v="39" actId="47"/>
        <pc:sldMkLst>
          <pc:docMk/>
          <pc:sldMk cId="97062191" sldId="258"/>
        </pc:sldMkLst>
        <pc:spChg chg="mo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2" creationId="{ABDCC6F9-FCA3-0522-DC90-9E6C9873DD28}"/>
          </ac:spMkLst>
        </pc:spChg>
        <pc:spChg chg="add del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3" creationId="{4F2C5656-FBCC-C6F2-D665-761A63C3D081}"/>
          </ac:spMkLst>
        </pc:spChg>
        <pc:spChg chg="add del mo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4" creationId="{40920BD9-46B1-CB84-2656-71E805CE03F2}"/>
          </ac:spMkLst>
        </pc:spChg>
        <pc:spChg chg="add del">
          <ac:chgData name="gowri eswaraprasad narra" userId="b91ac41318579160" providerId="LiveId" clId="{FF7B44E0-2223-4AE4-BABD-2F53BAF07701}" dt="2026-10-28T00:42:23.029" v="29" actId="26606"/>
          <ac:spMkLst>
            <pc:docMk/>
            <pc:sldMk cId="97062191" sldId="258"/>
            <ac:spMk id="9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0:42:23.029" v="29" actId="26606"/>
          <ac:spMkLst>
            <pc:docMk/>
            <pc:sldMk cId="97062191" sldId="258"/>
            <ac:spMk id="11" creationId="{AA083F47-750E-A41F-1E5A-EFB054507C70}"/>
          </ac:spMkLst>
        </pc:spChg>
        <pc:spChg chg="add del">
          <ac:chgData name="gowri eswaraprasad narra" userId="b91ac41318579160" providerId="LiveId" clId="{FF7B44E0-2223-4AE4-BABD-2F53BAF07701}" dt="2026-10-28T00:42:23.029" v="29" actId="26606"/>
          <ac:spMkLst>
            <pc:docMk/>
            <pc:sldMk cId="97062191" sldId="258"/>
            <ac:spMk id="13" creationId="{EEF92585-7A99-6108-9663-8C59032742EC}"/>
          </ac:spMkLst>
        </pc:spChg>
        <pc:spChg chg="add del">
          <ac:chgData name="gowri eswaraprasad narra" userId="b91ac41318579160" providerId="LiveId" clId="{FF7B44E0-2223-4AE4-BABD-2F53BAF07701}" dt="2026-10-28T00:42:24.625" v="31" actId="26606"/>
          <ac:spMkLst>
            <pc:docMk/>
            <pc:sldMk cId="97062191" sldId="258"/>
            <ac:spMk id="15" creationId="{887F59F2-5FBC-40CD-AD35-376AECE49EA6}"/>
          </ac:spMkLst>
        </pc:spChg>
        <pc:spChg chg="add del">
          <ac:chgData name="gowri eswaraprasad narra" userId="b91ac41318579160" providerId="LiveId" clId="{FF7B44E0-2223-4AE4-BABD-2F53BAF07701}" dt="2026-10-28T00:42:24.625" v="31" actId="26606"/>
          <ac:spMkLst>
            <pc:docMk/>
            <pc:sldMk cId="97062191" sldId="258"/>
            <ac:spMk id="17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0:42:24.625" v="31" actId="26606"/>
          <ac:spMkLst>
            <pc:docMk/>
            <pc:sldMk cId="97062191" sldId="258"/>
            <ac:spMk id="18" creationId="{AA083F47-750E-A41F-1E5A-EFB054507C70}"/>
          </ac:spMkLst>
        </pc:spChg>
        <pc:spChg chg="add del">
          <ac:chgData name="gowri eswaraprasad narra" userId="b91ac41318579160" providerId="LiveId" clId="{FF7B44E0-2223-4AE4-BABD-2F53BAF07701}" dt="2026-10-28T00:42:24.625" v="31" actId="26606"/>
          <ac:spMkLst>
            <pc:docMk/>
            <pc:sldMk cId="97062191" sldId="258"/>
            <ac:spMk id="19" creationId="{E1ABDA4C-062F-4E88-A079-2279A6477C12}"/>
          </ac:spMkLst>
        </pc:spChg>
        <pc:spChg chg="add del">
          <ac:chgData name="gowri eswaraprasad narra" userId="b91ac41318579160" providerId="LiveId" clId="{FF7B44E0-2223-4AE4-BABD-2F53BAF07701}" dt="2026-10-28T00:42:33.750" v="33" actId="26606"/>
          <ac:spMkLst>
            <pc:docMk/>
            <pc:sldMk cId="97062191" sldId="258"/>
            <ac:spMk id="21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0:42:33.750" v="33" actId="26606"/>
          <ac:spMkLst>
            <pc:docMk/>
            <pc:sldMk cId="97062191" sldId="258"/>
            <ac:spMk id="22" creationId="{AA083F47-750E-A41F-1E5A-EFB054507C70}"/>
          </ac:spMkLst>
        </pc:spChg>
        <pc:spChg chg="add del">
          <ac:chgData name="gowri eswaraprasad narra" userId="b91ac41318579160" providerId="LiveId" clId="{FF7B44E0-2223-4AE4-BABD-2F53BAF07701}" dt="2026-10-28T00:42:33.750" v="33" actId="26606"/>
          <ac:spMkLst>
            <pc:docMk/>
            <pc:sldMk cId="97062191" sldId="258"/>
            <ac:spMk id="23" creationId="{EA67E988-5919-57BB-C7DE-D3EAD38A3045}"/>
          </ac:spMkLst>
        </pc:spChg>
        <pc:spChg chg="add del">
          <ac:chgData name="gowri eswaraprasad narra" userId="b91ac41318579160" providerId="LiveId" clId="{FF7B44E0-2223-4AE4-BABD-2F53BAF07701}" dt="2026-10-28T00:42:33.750" v="33" actId="26606"/>
          <ac:spMkLst>
            <pc:docMk/>
            <pc:sldMk cId="97062191" sldId="258"/>
            <ac:spMk id="24" creationId="{C7EFAAB5-34A3-C2FC-70BA-7720CC8ADBAC}"/>
          </ac:spMkLst>
        </pc:spChg>
        <pc:spChg chg="add del">
          <ac:chgData name="gowri eswaraprasad narra" userId="b91ac41318579160" providerId="LiveId" clId="{FF7B44E0-2223-4AE4-BABD-2F53BAF07701}" dt="2026-10-28T00:42:33.750" v="33" actId="26606"/>
          <ac:spMkLst>
            <pc:docMk/>
            <pc:sldMk cId="97062191" sldId="258"/>
            <ac:spMk id="25" creationId="{A8A44BC8-2508-4575-75F6-0ED3F11E721E}"/>
          </ac:spMkLst>
        </pc:spChg>
        <pc:spChg chg="add del">
          <ac:chgData name="gowri eswaraprasad narra" userId="b91ac41318579160" providerId="LiveId" clId="{FF7B44E0-2223-4AE4-BABD-2F53BAF07701}" dt="2026-10-28T00:42:34.841" v="35" actId="26606"/>
          <ac:spMkLst>
            <pc:docMk/>
            <pc:sldMk cId="97062191" sldId="258"/>
            <ac:spMk id="27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0:42:34.841" v="35" actId="26606"/>
          <ac:spMkLst>
            <pc:docMk/>
            <pc:sldMk cId="97062191" sldId="258"/>
            <ac:spMk id="28" creationId="{AA083F47-750E-A41F-1E5A-EFB054507C70}"/>
          </ac:spMkLst>
        </pc:spChg>
        <pc:spChg chg="add del">
          <ac:chgData name="gowri eswaraprasad narra" userId="b91ac41318579160" providerId="LiveId" clId="{FF7B44E0-2223-4AE4-BABD-2F53BAF07701}" dt="2026-10-28T00:42:34.841" v="35" actId="26606"/>
          <ac:spMkLst>
            <pc:docMk/>
            <pc:sldMk cId="97062191" sldId="258"/>
            <ac:spMk id="29" creationId="{E1ABDA4C-062F-4E88-A079-2279A6477C12}"/>
          </ac:spMkLst>
        </pc:spChg>
        <pc:spChg chg="add del">
          <ac:chgData name="gowri eswaraprasad narra" userId="b91ac41318579160" providerId="LiveId" clId="{FF7B44E0-2223-4AE4-BABD-2F53BAF07701}" dt="2026-10-28T00:42:34.841" v="35" actId="26606"/>
          <ac:spMkLst>
            <pc:docMk/>
            <pc:sldMk cId="97062191" sldId="258"/>
            <ac:spMk id="30" creationId="{887F59F2-5FBC-40CD-AD35-376AECE49EA6}"/>
          </ac:spMkLst>
        </pc:spChg>
        <pc:spChg chg="add del">
          <ac:chgData name="gowri eswaraprasad narra" userId="b91ac41318579160" providerId="LiveId" clId="{FF7B44E0-2223-4AE4-BABD-2F53BAF07701}" dt="2026-10-28T00:42:41.066" v="37" actId="26606"/>
          <ac:spMkLst>
            <pc:docMk/>
            <pc:sldMk cId="97062191" sldId="258"/>
            <ac:spMk id="33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0:42:41.066" v="37" actId="26606"/>
          <ac:spMkLst>
            <pc:docMk/>
            <pc:sldMk cId="97062191" sldId="258"/>
            <ac:spMk id="34" creationId="{AA083F47-750E-A41F-1E5A-EFB054507C70}"/>
          </ac:spMkLst>
        </pc:spChg>
        <pc:spChg chg="add del">
          <ac:chgData name="gowri eswaraprasad narra" userId="b91ac41318579160" providerId="LiveId" clId="{FF7B44E0-2223-4AE4-BABD-2F53BAF07701}" dt="2026-10-28T00:42:41.066" v="37" actId="26606"/>
          <ac:spMkLst>
            <pc:docMk/>
            <pc:sldMk cId="97062191" sldId="258"/>
            <ac:spMk id="35" creationId="{EEF92585-7A99-6108-9663-8C59032742EC}"/>
          </ac:spMkLst>
        </pc:spChg>
        <pc:spChg chg="add del">
          <ac:chgData name="gowri eswaraprasad narra" userId="b91ac41318579160" providerId="LiveId" clId="{FF7B44E0-2223-4AE4-BABD-2F53BAF07701}" dt="2026-10-28T00:42:41.066" v="37" actId="26606"/>
          <ac:spMkLst>
            <pc:docMk/>
            <pc:sldMk cId="97062191" sldId="258"/>
            <ac:spMk id="36" creationId="{40920BD9-46B1-CB84-2656-71E805CE03F2}"/>
          </ac:spMkLst>
        </pc:spChg>
        <pc:spChg chg="ad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38" creationId="{774A975B-A886-5202-0489-6965514A0D14}"/>
          </ac:spMkLst>
        </pc:spChg>
        <pc:spChg chg="ad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39" creationId="{EA67E988-5919-57BB-C7DE-D3EAD38A3045}"/>
          </ac:spMkLst>
        </pc:spChg>
        <pc:spChg chg="ad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40" creationId="{FF9FFCE1-E057-415B-A971-88EC7E22AF15}"/>
          </ac:spMkLst>
        </pc:spChg>
        <pc:spChg chg="ad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41" creationId="{B2C335F7-F61C-4EB4-80F2-4B1438FE66BB}"/>
          </ac:spMkLst>
        </pc:spChg>
        <pc:spChg chg="add">
          <ac:chgData name="gowri eswaraprasad narra" userId="b91ac41318579160" providerId="LiveId" clId="{FF7B44E0-2223-4AE4-BABD-2F53BAF07701}" dt="2026-10-28T00:42:41.079" v="38" actId="26606"/>
          <ac:spMkLst>
            <pc:docMk/>
            <pc:sldMk cId="97062191" sldId="258"/>
            <ac:spMk id="42" creationId="{D58401B5-5F1B-4D21-9AC3-AAEC8D366502}"/>
          </ac:spMkLst>
        </pc:spChg>
        <pc:graphicFrameChg chg="add">
          <ac:chgData name="gowri eswaraprasad narra" userId="b91ac41318579160" providerId="LiveId" clId="{FF7B44E0-2223-4AE4-BABD-2F53BAF07701}" dt="2026-10-28T00:42:41.079" v="38" actId="26606"/>
          <ac:graphicFrameMkLst>
            <pc:docMk/>
            <pc:sldMk cId="97062191" sldId="258"/>
            <ac:graphicFrameMk id="6" creationId="{40920BD9-46B1-CB84-2656-71E805CE03F2}"/>
          </ac:graphicFrameMkLst>
        </pc:graphicFrameChg>
        <pc:graphicFrameChg chg="add del">
          <ac:chgData name="gowri eswaraprasad narra" userId="b91ac41318579160" providerId="LiveId" clId="{FF7B44E0-2223-4AE4-BABD-2F53BAF07701}" dt="2026-10-28T00:42:24.625" v="31" actId="26606"/>
          <ac:graphicFrameMkLst>
            <pc:docMk/>
            <pc:sldMk cId="97062191" sldId="258"/>
            <ac:graphicFrameMk id="16" creationId="{3633E8FA-0163-DA50-5F43-4F0D69AD2798}"/>
          </ac:graphicFrameMkLst>
        </pc:graphicFrameChg>
        <pc:graphicFrameChg chg="add del">
          <ac:chgData name="gowri eswaraprasad narra" userId="b91ac41318579160" providerId="LiveId" clId="{FF7B44E0-2223-4AE4-BABD-2F53BAF07701}" dt="2026-10-28T00:42:34.841" v="35" actId="26606"/>
          <ac:graphicFrameMkLst>
            <pc:docMk/>
            <pc:sldMk cId="97062191" sldId="258"/>
            <ac:graphicFrameMk id="31" creationId="{3633E8FA-0163-DA50-5F43-4F0D69AD2798}"/>
          </ac:graphicFrameMkLst>
        </pc:graphicFrameChg>
      </pc:sldChg>
      <pc:sldChg chg="addSp delSp modSp new mod">
        <pc:chgData name="gowri eswaraprasad narra" userId="b91ac41318579160" providerId="LiveId" clId="{FF7B44E0-2223-4AE4-BABD-2F53BAF07701}" dt="2026-10-28T01:04:59.553" v="101" actId="26606"/>
        <pc:sldMkLst>
          <pc:docMk/>
          <pc:sldMk cId="991541259" sldId="258"/>
        </pc:sldMkLst>
        <pc:spChg chg="mod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2" creationId="{B60B4EC3-2314-30F4-B572-21B75BE67AF6}"/>
          </ac:spMkLst>
        </pc:spChg>
        <pc:spChg chg="add del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3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2:04.531" v="94" actId="26606"/>
          <ac:spMkLst>
            <pc:docMk/>
            <pc:sldMk cId="991541259" sldId="258"/>
            <ac:spMk id="6" creationId="{00000000-0000-0000-0000-000000000000}"/>
          </ac:spMkLst>
        </pc:spChg>
        <pc:spChg chg="add del mod">
          <ac:chgData name="gowri eswaraprasad narra" userId="b91ac41318579160" providerId="LiveId" clId="{FF7B44E0-2223-4AE4-BABD-2F53BAF07701}" dt="2026-10-28T00:52:14.164" v="77" actId="26606"/>
          <ac:spMkLst>
            <pc:docMk/>
            <pc:sldMk cId="991541259" sldId="258"/>
            <ac:spMk id="6" creationId="{B2BCB3D7-95E2-2632-55DE-D59369DCF0F5}"/>
          </ac:spMkLst>
        </pc:spChg>
        <pc:spChg chg="add">
          <ac:chgData name="gowri eswaraprasad narra" userId="b91ac41318579160" providerId="LiveId" clId="{FF7B44E0-2223-4AE4-BABD-2F53BAF07701}" dt="2026-10-28T01:02:04.531" v="94" actId="26606"/>
          <ac:spMkLst>
            <pc:docMk/>
            <pc:sldMk cId="991541259" sldId="258"/>
            <ac:spMk id="7" creationId="{00000000-0000-0000-0000-000000000000}"/>
          </ac:spMkLst>
        </pc:spChg>
        <pc:spChg chg="add del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8" creationId="{00000000-0000-0000-0000-000000000000}"/>
          </ac:spMkLst>
        </pc:spChg>
        <pc:spChg chg="add del mod">
          <ac:chgData name="gowri eswaraprasad narra" userId="b91ac41318579160" providerId="LiveId" clId="{FF7B44E0-2223-4AE4-BABD-2F53BAF07701}" dt="2026-10-28T00:52:14.164" v="77" actId="26606"/>
          <ac:spMkLst>
            <pc:docMk/>
            <pc:sldMk cId="991541259" sldId="258"/>
            <ac:spMk id="8" creationId="{AF47FA89-B3F9-CA25-9259-61E5C00D1065}"/>
          </ac:spMkLst>
        </pc:spChg>
        <pc:spChg chg="del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9" creationId="{00000000-0000-0000-0000-000000000000}"/>
          </ac:spMkLst>
        </pc:spChg>
        <pc:spChg chg="add del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0" creationId="{00000000-0000-0000-0000-000000000000}"/>
          </ac:spMkLst>
        </pc:spChg>
        <pc:spChg chg="add del mod replId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0" creationId="{5B623F9F-4DA8-5E0C-34A4-66854B596BDE}"/>
          </ac:spMkLst>
        </pc:spChg>
        <pc:spChg chg="add mod replId">
          <ac:chgData name="gowri eswaraprasad narra" userId="b91ac41318579160" providerId="LiveId" clId="{FF7B44E0-2223-4AE4-BABD-2F53BAF07701}" dt="2026-10-28T01:02:03.957" v="93" actId="26606"/>
          <ac:spMkLst>
            <pc:docMk/>
            <pc:sldMk cId="991541259" sldId="258"/>
            <ac:spMk id="12" creationId="{0BF6F40E-C33C-4D84-EB02-17892CDC4258}"/>
          </ac:spMkLst>
        </pc:spChg>
        <pc:spChg chg="add del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3" creationId="{00000000-0000-0000-0000-000000000000}"/>
          </ac:spMkLst>
        </pc:spChg>
        <pc:spChg chg="add del mod replId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4" creationId="{80E207A4-860F-6426-3E40-B9D4B7F1D49B}"/>
          </ac:spMkLst>
        </pc:spChg>
        <pc:spChg chg="add mod">
          <ac:chgData name="gowri eswaraprasad narra" userId="b91ac41318579160" providerId="LiveId" clId="{FF7B44E0-2223-4AE4-BABD-2F53BAF07701}" dt="2026-10-28T00:57:36.985" v="88" actId="26606"/>
          <ac:spMkLst>
            <pc:docMk/>
            <pc:sldMk cId="991541259" sldId="258"/>
            <ac:spMk id="15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6" creationId="{00000000-0000-0000-0000-000000000000}"/>
          </ac:spMkLst>
        </pc:spChg>
        <pc:spChg chg="mod">
          <ac:chgData name="gowri eswaraprasad narra" userId="b91ac41318579160" providerId="LiveId" clId="{FF7B44E0-2223-4AE4-BABD-2F53BAF07701}" dt="2026-10-28T01:04:59.553" v="101" actId="26606"/>
          <ac:spMkLst>
            <pc:docMk/>
            <pc:sldMk cId="991541259" sldId="258"/>
            <ac:spMk id="17" creationId="{00000000-0000-0000-0000-000000000000}"/>
          </ac:spMkLst>
        </pc:spChg>
        <pc:spChg chg="mod">
          <ac:chgData name="gowri eswaraprasad narra" userId="b91ac41318579160" providerId="LiveId" clId="{FF7B44E0-2223-4AE4-BABD-2F53BAF07701}" dt="2026-10-28T00:57:36.985" v="88" actId="26606"/>
          <ac:spMkLst>
            <pc:docMk/>
            <pc:sldMk cId="991541259" sldId="258"/>
            <ac:spMk id="18" creationId="{00000000-0000-0000-0000-000000000000}"/>
          </ac:spMkLst>
        </pc:spChg>
        <pc:spChg chg="add del">
          <ac:chgData name="gowri eswaraprasad narra" userId="b91ac41318579160" providerId="LiveId" clId="{FF7B44E0-2223-4AE4-BABD-2F53BAF07701}" dt="2026-10-28T00:53:31.572" v="80" actId="478"/>
          <ac:spMkLst>
            <pc:docMk/>
            <pc:sldMk cId="991541259" sldId="258"/>
            <ac:spMk id="19" creationId="{00000000-0000-0000-0000-000000000000}"/>
          </ac:spMkLst>
        </pc:spChg>
        <pc:spChg chg="add del">
          <ac:chgData name="gowri eswaraprasad narra" userId="b91ac41318579160" providerId="LiveId" clId="{FF7B44E0-2223-4AE4-BABD-2F53BAF07701}" dt="2026-10-28T00:53:36.735" v="81" actId="478"/>
          <ac:spMkLst>
            <pc:docMk/>
            <pc:sldMk cId="991541259" sldId="258"/>
            <ac:spMk id="20" creationId="{00000000-0000-0000-0000-000000000000}"/>
          </ac:spMkLst>
        </pc:spChg>
        <pc:spChg chg="add del mod">
          <ac:chgData name="gowri eswaraprasad narra" userId="b91ac41318579160" providerId="LiveId" clId="{FF7B44E0-2223-4AE4-BABD-2F53BAF07701}" dt="2026-10-28T01:02:04.531" v="94" actId="26606"/>
          <ac:spMkLst>
            <pc:docMk/>
            <pc:sldMk cId="991541259" sldId="258"/>
            <ac:spMk id="21" creationId="{00000000-0000-0000-0000-000000000000}"/>
          </ac:spMkLst>
        </pc:spChg>
        <pc:picChg chg="add del mod">
          <ac:chgData name="gowri eswaraprasad narra" userId="b91ac41318579160" providerId="LiveId" clId="{FF7B44E0-2223-4AE4-BABD-2F53BAF07701}" dt="2026-10-28T00:57:36.985" v="88" actId="26606"/>
          <ac:picMkLst>
            <pc:docMk/>
            <pc:sldMk cId="991541259" sldId="258"/>
            <ac:picMk id="4" creationId="{8EFC387F-CF74-7F06-55F8-B44DEFAC449B}"/>
          </ac:picMkLst>
        </pc:picChg>
        <pc:picChg chg="add mod">
          <ac:chgData name="gowri eswaraprasad narra" userId="b91ac41318579160" providerId="LiveId" clId="{FF7B44E0-2223-4AE4-BABD-2F53BAF07701}" dt="2026-10-28T00:58:46.470" v="92" actId="14100"/>
          <ac:picMkLst>
            <pc:docMk/>
            <pc:sldMk cId="991541259" sldId="258"/>
            <ac:picMk id="22" creationId="{00000000-0000-0000-0000-000000000000}"/>
          </ac:picMkLst>
        </pc:picChg>
        <pc:cxnChg chg="add mod replId">
          <ac:chgData name="gowri eswaraprasad narra" userId="b91ac41318579160" providerId="LiveId" clId="{FF7B44E0-2223-4AE4-BABD-2F53BAF07701}" dt="2026-10-28T01:02:03.957" v="93" actId="26606"/>
          <ac:cxnSpMkLst>
            <pc:docMk/>
            <pc:sldMk cId="991541259" sldId="258"/>
            <ac:cxnSpMk id="9" creationId="{9D03B754-C7ED-A578-EE34-60B6D2794085}"/>
          </ac:cxnSpMkLst>
        </pc:cxnChg>
      </pc:sldChg>
      <pc:sldChg chg="new add del">
        <pc:chgData name="gowri eswaraprasad narra" userId="b91ac41318579160" providerId="LiveId" clId="{FF7B44E0-2223-4AE4-BABD-2F53BAF07701}" dt="2026-10-28T01:04:58.397" v="100" actId="680"/>
        <pc:sldMkLst>
          <pc:docMk/>
          <pc:sldMk cId="14655417" sldId="259"/>
        </pc:sldMkLst>
      </pc:sldChg>
      <pc:sldChg chg="addSp modSp new mod">
        <pc:chgData name="gowri eswaraprasad narra" userId="b91ac41318579160" providerId="LiveId" clId="{FF7B44E0-2223-4AE4-BABD-2F53BAF07701}" dt="2026-10-28T01:06:08.079" v="103" actId="26606"/>
        <pc:sldMkLst>
          <pc:docMk/>
          <pc:sldMk cId="2043105366" sldId="259"/>
        </pc:sldMkLst>
        <pc:spChg chg="mo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2" creationId="{5C2ADA8A-C16C-484D-2F2D-0340B4733FE2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6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7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8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9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11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12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13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15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8T01:06:08.079" v="103" actId="26606"/>
          <ac:spMkLst>
            <pc:docMk/>
            <pc:sldMk cId="2043105366" sldId="259"/>
            <ac:spMk id="17" creationId="{00000000-0000-0000-0000-000000000000}"/>
          </ac:spMkLst>
        </pc:spChg>
      </pc:sldChg>
      <pc:sldChg chg="addSp delSp modSp new mod">
        <pc:chgData name="gowri eswaraprasad narra" userId="b91ac41318579160" providerId="LiveId" clId="{FF7B44E0-2223-4AE4-BABD-2F53BAF07701}" dt="2026-10-28T01:12:04.323" v="119" actId="14100"/>
        <pc:sldMkLst>
          <pc:docMk/>
          <pc:sldMk cId="1602758466" sldId="260"/>
        </pc:sldMkLst>
        <pc:spChg chg="mod">
          <ac:chgData name="gowri eswaraprasad narra" userId="b91ac41318579160" providerId="LiveId" clId="{FF7B44E0-2223-4AE4-BABD-2F53BAF07701}" dt="2026-10-28T01:08:49.319" v="105" actId="26606"/>
          <ac:spMkLst>
            <pc:docMk/>
            <pc:sldMk cId="1602758466" sldId="260"/>
            <ac:spMk id="2" creationId="{B7E45559-F338-B9C3-F58F-A6706A232765}"/>
          </ac:spMkLst>
        </pc:spChg>
        <pc:spChg chg="add mod">
          <ac:chgData name="gowri eswaraprasad narra" userId="b91ac41318579160" providerId="LiveId" clId="{FF7B44E0-2223-4AE4-BABD-2F53BAF07701}" dt="2026-10-28T01:11:09.843" v="109" actId="1076"/>
          <ac:spMkLst>
            <pc:docMk/>
            <pc:sldMk cId="1602758466" sldId="260"/>
            <ac:spMk id="4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8T01:11:51.086" v="117" actId="1076"/>
          <ac:spMkLst>
            <pc:docMk/>
            <pc:sldMk cId="1602758466" sldId="260"/>
            <ac:spMk id="5" creationId="{00000000-0000-0000-0000-000000000000}"/>
          </ac:spMkLst>
        </pc:spChg>
        <pc:picChg chg="add del">
          <ac:chgData name="gowri eswaraprasad narra" userId="b91ac41318579160" providerId="LiveId" clId="{FF7B44E0-2223-4AE4-BABD-2F53BAF07701}" dt="2026-10-28T01:10:44.055" v="106" actId="478"/>
          <ac:picMkLst>
            <pc:docMk/>
            <pc:sldMk cId="1602758466" sldId="260"/>
            <ac:picMk id="3" creationId="{00000000-0000-0000-0000-000000000000}"/>
          </ac:picMkLst>
        </pc:picChg>
        <pc:picChg chg="add mod">
          <ac:chgData name="gowri eswaraprasad narra" userId="b91ac41318579160" providerId="LiveId" clId="{FF7B44E0-2223-4AE4-BABD-2F53BAF07701}" dt="2026-10-28T01:12:04.323" v="119" actId="14100"/>
          <ac:picMkLst>
            <pc:docMk/>
            <pc:sldMk cId="1602758466" sldId="260"/>
            <ac:picMk id="7" creationId="{24F6E478-927C-35FA-9BA0-675C18E66131}"/>
          </ac:picMkLst>
        </pc:picChg>
        <pc:picChg chg="add mod">
          <ac:chgData name="gowri eswaraprasad narra" userId="b91ac41318579160" providerId="LiveId" clId="{FF7B44E0-2223-4AE4-BABD-2F53BAF07701}" dt="2026-10-28T01:11:59.019" v="118" actId="14100"/>
          <ac:picMkLst>
            <pc:docMk/>
            <pc:sldMk cId="1602758466" sldId="260"/>
            <ac:picMk id="9" creationId="{C9583C44-C68F-71F1-344B-01BD5CD18D30}"/>
          </ac:picMkLst>
        </pc:picChg>
      </pc:sldChg>
      <pc:sldChg chg="add del">
        <pc:chgData name="gowri eswaraprasad narra" userId="b91ac41318579160" providerId="LiveId" clId="{FF7B44E0-2223-4AE4-BABD-2F53BAF07701}" dt="2026-10-28T01:04:57.834" v="99"/>
        <pc:sldMkLst>
          <pc:docMk/>
          <pc:sldMk cId="2234200514" sldId="260"/>
        </pc:sldMkLst>
      </pc:sldChg>
      <pc:sldChg chg="addSp delSp modSp new mod setBg addAnim delAnim">
        <pc:chgData name="gowri eswaraprasad narra" userId="b91ac41318579160" providerId="LiveId" clId="{FF7B44E0-2223-4AE4-BABD-2F53BAF07701}" dt="2026-10-28T01:25:33.007" v="193" actId="14100"/>
        <pc:sldMkLst>
          <pc:docMk/>
          <pc:sldMk cId="2060072252" sldId="261"/>
        </pc:sldMkLst>
        <pc:spChg chg="mod">
          <ac:chgData name="gowri eswaraprasad narra" userId="b91ac41318579160" providerId="LiveId" clId="{FF7B44E0-2223-4AE4-BABD-2F53BAF07701}" dt="2026-10-28T01:25:17.219" v="191" actId="14100"/>
          <ac:spMkLst>
            <pc:docMk/>
            <pc:sldMk cId="2060072252" sldId="261"/>
            <ac:spMk id="2" creationId="{A027F55D-2975-D727-52FD-8F3B19ED01C7}"/>
          </ac:spMkLst>
        </pc:spChg>
        <pc:spChg chg="add del">
          <ac:chgData name="gowri eswaraprasad narra" userId="b91ac41318579160" providerId="LiveId" clId="{FF7B44E0-2223-4AE4-BABD-2F53BAF07701}" dt="2026-10-28T01:22:45.163" v="158" actId="26606"/>
          <ac:spMkLst>
            <pc:docMk/>
            <pc:sldMk cId="2060072252" sldId="261"/>
            <ac:spMk id="13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1:22:45.163" v="158" actId="26606"/>
          <ac:spMkLst>
            <pc:docMk/>
            <pc:sldMk cId="2060072252" sldId="261"/>
            <ac:spMk id="15" creationId="{EA67E988-5919-57BB-C7DE-D3EAD38A3045}"/>
          </ac:spMkLst>
        </pc:spChg>
        <pc:spChg chg="add del">
          <ac:chgData name="gowri eswaraprasad narra" userId="b91ac41318579160" providerId="LiveId" clId="{FF7B44E0-2223-4AE4-BABD-2F53BAF07701}" dt="2026-10-28T01:22:45.163" v="158" actId="26606"/>
          <ac:spMkLst>
            <pc:docMk/>
            <pc:sldMk cId="2060072252" sldId="261"/>
            <ac:spMk id="17" creationId="{D5F93601-103D-C565-87FA-9D02A85FBCF8}"/>
          </ac:spMkLst>
        </pc:spChg>
        <pc:spChg chg="add del">
          <ac:chgData name="gowri eswaraprasad narra" userId="b91ac41318579160" providerId="LiveId" clId="{FF7B44E0-2223-4AE4-BABD-2F53BAF07701}" dt="2026-10-28T01:22:45.163" v="158" actId="26606"/>
          <ac:spMkLst>
            <pc:docMk/>
            <pc:sldMk cId="2060072252" sldId="261"/>
            <ac:spMk id="19" creationId="{22328542-3F57-842A-47ED-7DF333E92338}"/>
          </ac:spMkLst>
        </pc:spChg>
        <pc:spChg chg="add del">
          <ac:chgData name="gowri eswaraprasad narra" userId="b91ac41318579160" providerId="LiveId" clId="{FF7B44E0-2223-4AE4-BABD-2F53BAF07701}" dt="2026-10-28T01:22:45.163" v="158" actId="26606"/>
          <ac:spMkLst>
            <pc:docMk/>
            <pc:sldMk cId="2060072252" sldId="261"/>
            <ac:spMk id="21" creationId="{40F17714-6E73-FF9E-DFD2-8EA846C5187E}"/>
          </ac:spMkLst>
        </pc:spChg>
        <pc:spChg chg="add del">
          <ac:chgData name="gowri eswaraprasad narra" userId="b91ac41318579160" providerId="LiveId" clId="{FF7B44E0-2223-4AE4-BABD-2F53BAF07701}" dt="2026-10-28T01:22:54.890" v="160" actId="26606"/>
          <ac:spMkLst>
            <pc:docMk/>
            <pc:sldMk cId="2060072252" sldId="261"/>
            <ac:spMk id="23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1:22:54.890" v="160" actId="26606"/>
          <ac:spMkLst>
            <pc:docMk/>
            <pc:sldMk cId="2060072252" sldId="261"/>
            <ac:spMk id="24" creationId="{EA67E988-5919-57BB-C7DE-D3EAD38A3045}"/>
          </ac:spMkLst>
        </pc:spChg>
        <pc:spChg chg="add del">
          <ac:chgData name="gowri eswaraprasad narra" userId="b91ac41318579160" providerId="LiveId" clId="{FF7B44E0-2223-4AE4-BABD-2F53BAF07701}" dt="2026-10-28T01:22:54.890" v="160" actId="26606"/>
          <ac:spMkLst>
            <pc:docMk/>
            <pc:sldMk cId="2060072252" sldId="261"/>
            <ac:spMk id="25" creationId="{FAF3766F-DEF3-4802-BB0D-7A18EDD9704F}"/>
          </ac:spMkLst>
        </pc:spChg>
        <pc:spChg chg="add del">
          <ac:chgData name="gowri eswaraprasad narra" userId="b91ac41318579160" providerId="LiveId" clId="{FF7B44E0-2223-4AE4-BABD-2F53BAF07701}" dt="2026-10-28T01:22:54.890" v="160" actId="26606"/>
          <ac:spMkLst>
            <pc:docMk/>
            <pc:sldMk cId="2060072252" sldId="261"/>
            <ac:spMk id="26" creationId="{F607139A-B8D6-F44D-146D-4B8B10BD76F1}"/>
          </ac:spMkLst>
        </pc:spChg>
        <pc:spChg chg="add del">
          <ac:chgData name="gowri eswaraprasad narra" userId="b91ac41318579160" providerId="LiveId" clId="{FF7B44E0-2223-4AE4-BABD-2F53BAF07701}" dt="2026-10-28T01:22:54.890" v="160" actId="26606"/>
          <ac:spMkLst>
            <pc:docMk/>
            <pc:sldMk cId="2060072252" sldId="261"/>
            <ac:spMk id="27" creationId="{E96D50D3-A1F1-C63D-8DE9-882DF2C05F97}"/>
          </ac:spMkLst>
        </pc:spChg>
        <pc:spChg chg="add del">
          <ac:chgData name="gowri eswaraprasad narra" userId="b91ac41318579160" providerId="LiveId" clId="{FF7B44E0-2223-4AE4-BABD-2F53BAF07701}" dt="2026-10-28T01:23:04.712" v="162" actId="26606"/>
          <ac:spMkLst>
            <pc:docMk/>
            <pc:sldMk cId="2060072252" sldId="261"/>
            <ac:spMk id="29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1:23:04.712" v="162" actId="26606"/>
          <ac:spMkLst>
            <pc:docMk/>
            <pc:sldMk cId="2060072252" sldId="261"/>
            <ac:spMk id="30" creationId="{EA67E988-5919-57BB-C7DE-D3EAD38A3045}"/>
          </ac:spMkLst>
        </pc:spChg>
        <pc:spChg chg="add del">
          <ac:chgData name="gowri eswaraprasad narra" userId="b91ac41318579160" providerId="LiveId" clId="{FF7B44E0-2223-4AE4-BABD-2F53BAF07701}" dt="2026-10-28T01:23:04.712" v="162" actId="26606"/>
          <ac:spMkLst>
            <pc:docMk/>
            <pc:sldMk cId="2060072252" sldId="261"/>
            <ac:spMk id="31" creationId="{DD1980C8-FD80-43D8-9D6A-0262A4D53391}"/>
          </ac:spMkLst>
        </pc:spChg>
        <pc:spChg chg="add del">
          <ac:chgData name="gowri eswaraprasad narra" userId="b91ac41318579160" providerId="LiveId" clId="{FF7B44E0-2223-4AE4-BABD-2F53BAF07701}" dt="2026-10-28T01:23:04.712" v="162" actId="26606"/>
          <ac:spMkLst>
            <pc:docMk/>
            <pc:sldMk cId="2060072252" sldId="261"/>
            <ac:spMk id="32" creationId="{F0B946FF-6DDE-6D1D-AB2C-CEC5B6010B02}"/>
          </ac:spMkLst>
        </pc:spChg>
        <pc:spChg chg="add del">
          <ac:chgData name="gowri eswaraprasad narra" userId="b91ac41318579160" providerId="LiveId" clId="{FF7B44E0-2223-4AE4-BABD-2F53BAF07701}" dt="2026-10-28T01:23:13.721" v="165" actId="26606"/>
          <ac:spMkLst>
            <pc:docMk/>
            <pc:sldMk cId="2060072252" sldId="261"/>
            <ac:spMk id="34" creationId="{774A975B-A886-5202-0489-6965514A0D14}"/>
          </ac:spMkLst>
        </pc:spChg>
        <pc:spChg chg="add del">
          <ac:chgData name="gowri eswaraprasad narra" userId="b91ac41318579160" providerId="LiveId" clId="{FF7B44E0-2223-4AE4-BABD-2F53BAF07701}" dt="2026-10-28T01:23:13.721" v="165" actId="26606"/>
          <ac:spMkLst>
            <pc:docMk/>
            <pc:sldMk cId="2060072252" sldId="261"/>
            <ac:spMk id="35" creationId="{EA67E988-5919-57BB-C7DE-D3EAD38A3045}"/>
          </ac:spMkLst>
        </pc:spChg>
        <pc:spChg chg="add del">
          <ac:chgData name="gowri eswaraprasad narra" userId="b91ac41318579160" providerId="LiveId" clId="{FF7B44E0-2223-4AE4-BABD-2F53BAF07701}" dt="2026-10-28T01:23:13.721" v="165" actId="26606"/>
          <ac:spMkLst>
            <pc:docMk/>
            <pc:sldMk cId="2060072252" sldId="261"/>
            <ac:spMk id="36" creationId="{FAF3766F-DEF3-4802-BB0D-7A18EDD9704F}"/>
          </ac:spMkLst>
        </pc:spChg>
        <pc:spChg chg="add del">
          <ac:chgData name="gowri eswaraprasad narra" userId="b91ac41318579160" providerId="LiveId" clId="{FF7B44E0-2223-4AE4-BABD-2F53BAF07701}" dt="2026-10-28T01:23:13.721" v="165" actId="26606"/>
          <ac:spMkLst>
            <pc:docMk/>
            <pc:sldMk cId="2060072252" sldId="261"/>
            <ac:spMk id="37" creationId="{DCC11005-BC53-5976-9587-FB0B62EF64BB}"/>
          </ac:spMkLst>
        </pc:spChg>
        <pc:spChg chg="add">
          <ac:chgData name="gowri eswaraprasad narra" userId="b91ac41318579160" providerId="LiveId" clId="{FF7B44E0-2223-4AE4-BABD-2F53BAF07701}" dt="2026-10-28T01:23:13.726" v="166" actId="26606"/>
          <ac:spMkLst>
            <pc:docMk/>
            <pc:sldMk cId="2060072252" sldId="261"/>
            <ac:spMk id="39" creationId="{774A975B-A886-5202-0489-6965514A0D14}"/>
          </ac:spMkLst>
        </pc:spChg>
        <pc:spChg chg="add">
          <ac:chgData name="gowri eswaraprasad narra" userId="b91ac41318579160" providerId="LiveId" clId="{FF7B44E0-2223-4AE4-BABD-2F53BAF07701}" dt="2026-10-28T01:23:13.726" v="166" actId="26606"/>
          <ac:spMkLst>
            <pc:docMk/>
            <pc:sldMk cId="2060072252" sldId="261"/>
            <ac:spMk id="40" creationId="{EA67E988-5919-57BB-C7DE-D3EAD38A3045}"/>
          </ac:spMkLst>
        </pc:spChg>
        <pc:spChg chg="add">
          <ac:chgData name="gowri eswaraprasad narra" userId="b91ac41318579160" providerId="LiveId" clId="{FF7B44E0-2223-4AE4-BABD-2F53BAF07701}" dt="2026-10-28T01:23:13.726" v="166" actId="26606"/>
          <ac:spMkLst>
            <pc:docMk/>
            <pc:sldMk cId="2060072252" sldId="261"/>
            <ac:spMk id="41" creationId="{DD1980C8-FD80-43D8-9D6A-0262A4D53391}"/>
          </ac:spMkLst>
        </pc:spChg>
        <pc:spChg chg="add">
          <ac:chgData name="gowri eswaraprasad narra" userId="b91ac41318579160" providerId="LiveId" clId="{FF7B44E0-2223-4AE4-BABD-2F53BAF07701}" dt="2026-10-28T01:23:13.726" v="166" actId="26606"/>
          <ac:spMkLst>
            <pc:docMk/>
            <pc:sldMk cId="2060072252" sldId="261"/>
            <ac:spMk id="42" creationId="{F0B946FF-6DDE-6D1D-AB2C-CEC5B6010B02}"/>
          </ac:spMkLst>
        </pc:spChg>
        <pc:picChg chg="add mod ord">
          <ac:chgData name="gowri eswaraprasad narra" userId="b91ac41318579160" providerId="LiveId" clId="{FF7B44E0-2223-4AE4-BABD-2F53BAF07701}" dt="2026-10-28T01:25:08.115" v="190" actId="14100"/>
          <ac:picMkLst>
            <pc:docMk/>
            <pc:sldMk cId="2060072252" sldId="261"/>
            <ac:picMk id="4" creationId="{39FC79C7-5094-960C-A750-85D9D43A635C}"/>
          </ac:picMkLst>
        </pc:picChg>
        <pc:picChg chg="add mod">
          <ac:chgData name="gowri eswaraprasad narra" userId="b91ac41318579160" providerId="LiveId" clId="{FF7B44E0-2223-4AE4-BABD-2F53BAF07701}" dt="2026-10-28T01:25:28.343" v="192" actId="14100"/>
          <ac:picMkLst>
            <pc:docMk/>
            <pc:sldMk cId="2060072252" sldId="261"/>
            <ac:picMk id="6" creationId="{195B2BB9-ECFD-0C90-5453-B61815D1C532}"/>
          </ac:picMkLst>
        </pc:picChg>
        <pc:picChg chg="add mod ord">
          <ac:chgData name="gowri eswaraprasad narra" userId="b91ac41318579160" providerId="LiveId" clId="{FF7B44E0-2223-4AE4-BABD-2F53BAF07701}" dt="2026-10-28T01:25:33.007" v="193" actId="14100"/>
          <ac:picMkLst>
            <pc:docMk/>
            <pc:sldMk cId="2060072252" sldId="261"/>
            <ac:picMk id="8" creationId="{1CC6058B-1985-7F93-26BF-6B9625ACCA8A}"/>
          </ac:picMkLst>
        </pc:picChg>
      </pc:sldChg>
      <pc:sldChg chg="addSp modSp new mod setBg">
        <pc:chgData name="gowri eswaraprasad narra" userId="b91ac41318579160" providerId="LiveId" clId="{FF7B44E0-2223-4AE4-BABD-2F53BAF07701}" dt="2026-10-28T01:27:52.047" v="205" actId="26606"/>
        <pc:sldMkLst>
          <pc:docMk/>
          <pc:sldMk cId="724187704" sldId="262"/>
        </pc:sldMkLst>
        <pc:spChg chg="mo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2" creationId="{9BA58F30-50B6-C02F-6605-75E5F4D2415B}"/>
          </ac:spMkLst>
        </pc:spChg>
        <pc:spChg chg="ad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9" creationId="{774A975B-A886-5202-0489-6965514A0D14}"/>
          </ac:spMkLst>
        </pc:spChg>
        <pc:spChg chg="ad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11" creationId="{EA67E988-5919-57BB-C7DE-D3EAD38A3045}"/>
          </ac:spMkLst>
        </pc:spChg>
        <pc:spChg chg="ad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13" creationId="{FF9FFCE1-E057-415B-A971-88EC7E22AF15}"/>
          </ac:spMkLst>
        </pc:spChg>
        <pc:spChg chg="ad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15" creationId="{B2C335F7-F61C-4EB4-80F2-4B1438FE66BB}"/>
          </ac:spMkLst>
        </pc:spChg>
        <pc:spChg chg="add">
          <ac:chgData name="gowri eswaraprasad narra" userId="b91ac41318579160" providerId="LiveId" clId="{FF7B44E0-2223-4AE4-BABD-2F53BAF07701}" dt="2026-10-28T01:27:52.047" v="205" actId="26606"/>
          <ac:spMkLst>
            <pc:docMk/>
            <pc:sldMk cId="724187704" sldId="262"/>
            <ac:spMk id="17" creationId="{D58401B5-5F1B-4D21-9AC3-AAEC8D366502}"/>
          </ac:spMkLst>
        </pc:spChg>
        <pc:picChg chg="add">
          <ac:chgData name="gowri eswaraprasad narra" userId="b91ac41318579160" providerId="LiveId" clId="{FF7B44E0-2223-4AE4-BABD-2F53BAF07701}" dt="2026-10-28T01:27:52.047" v="205" actId="26606"/>
          <ac:picMkLst>
            <pc:docMk/>
            <pc:sldMk cId="724187704" sldId="262"/>
            <ac:picMk id="6" creationId="{520328B2-BBB9-8A61-91BF-E348A46C8431}"/>
          </ac:picMkLst>
        </pc:picChg>
      </pc:sldChg>
      <pc:sldMasterChg chg="add del addSldLayout delSldLayout">
        <pc:chgData name="gowri eswaraprasad narra" userId="b91ac41318579160" providerId="LiveId" clId="{FF7B44E0-2223-4AE4-BABD-2F53BAF07701}" dt="2026-10-28T00:37:12.341" v="5" actId="26606"/>
        <pc:sldMasterMkLst>
          <pc:docMk/>
          <pc:sldMasterMk cId="1054805310" sldId="2147483686"/>
        </pc:sldMasterMkLst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3283129080" sldId="2147483687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1945630299" sldId="2147483688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4013906537" sldId="2147483689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834323860" sldId="2147483690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4212630604" sldId="2147483691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433918087" sldId="2147483692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3146504284" sldId="2147483693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1259105843" sldId="2147483694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294818287" sldId="2147483695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1596673356" sldId="2147483696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1054805310" sldId="2147483686"/>
            <pc:sldLayoutMk cId="1152886071" sldId="2147483697"/>
          </pc:sldLayoutMkLst>
        </pc:sldLayoutChg>
      </pc:sldMasterChg>
      <pc:sldMasterChg chg="add del addSldLayout delSldLayout">
        <pc:chgData name="gowri eswaraprasad narra" userId="b91ac41318579160" providerId="LiveId" clId="{FF7B44E0-2223-4AE4-BABD-2F53BAF07701}" dt="2026-10-28T00:37:04.851" v="3" actId="26606"/>
        <pc:sldMasterMkLst>
          <pc:docMk/>
          <pc:sldMasterMk cId="3671647533" sldId="2147483761"/>
        </pc:sldMasterMkLst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1828768770" sldId="2147483750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2737490282" sldId="2147483751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155283184" sldId="2147483752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365654175" sldId="2147483753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2392326467" sldId="2147483754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1355893995" sldId="2147483755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1412173186" sldId="2147483756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4004628835" sldId="2147483757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4175361551" sldId="2147483758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2628698073" sldId="2147483759"/>
          </pc:sldLayoutMkLst>
        </pc:sldLayoutChg>
        <pc:sldLayoutChg chg="add del">
          <pc:chgData name="gowri eswaraprasad narra" userId="b91ac41318579160" providerId="LiveId" clId="{FF7B44E0-2223-4AE4-BABD-2F53BAF07701}" dt="2026-10-28T00:37:04.851" v="3" actId="26606"/>
          <pc:sldLayoutMkLst>
            <pc:docMk/>
            <pc:sldMasterMk cId="3671647533" sldId="2147483761"/>
            <pc:sldLayoutMk cId="1275219243" sldId="2147483760"/>
          </pc:sldLayoutMkLst>
        </pc:sldLayoutChg>
      </pc:sldMasterChg>
      <pc:sldMasterChg chg="add del addSldLayout delSldLayout">
        <pc:chgData name="gowri eswaraprasad narra" userId="b91ac41318579160" providerId="LiveId" clId="{FF7B44E0-2223-4AE4-BABD-2F53BAF07701}" dt="2026-10-28T00:37:12.341" v="5" actId="26606"/>
        <pc:sldMasterMkLst>
          <pc:docMk/>
          <pc:sldMasterMk cId="3330564546" sldId="2147483787"/>
        </pc:sldMasterMkLst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595493443" sldId="2147483776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29841610" sldId="2147483777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4162905193" sldId="2147483778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1109955869" sldId="2147483779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2684870439" sldId="2147483780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1746883889" sldId="2147483781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2125874079" sldId="2147483782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1237053800" sldId="2147483783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3329990929" sldId="2147483784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943782560" sldId="2147483785"/>
          </pc:sldLayoutMkLst>
        </pc:sldLayoutChg>
        <pc:sldLayoutChg chg="add del">
          <pc:chgData name="gowri eswaraprasad narra" userId="b91ac41318579160" providerId="LiveId" clId="{FF7B44E0-2223-4AE4-BABD-2F53BAF07701}" dt="2026-10-28T00:37:12.341" v="5" actId="26606"/>
          <pc:sldLayoutMkLst>
            <pc:docMk/>
            <pc:sldMasterMk cId="3330564546" sldId="2147483787"/>
            <pc:sldLayoutMk cId="1487256067" sldId="214748378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73509-2A01-4542-8EA0-887E072B127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8464E-BBD3-4E9E-B630-D12C15F9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8464E-BBD3-4E9E-B630-D12C15F90B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8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8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7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8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1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3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2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0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3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2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8" r:id="rId10"/>
    <p:sldLayoutId id="214748368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318E0-EDA5-F013-5049-9830A8F29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3611880" cy="2947460"/>
          </a:xfrm>
        </p:spPr>
        <p:txBody>
          <a:bodyPr anchor="t">
            <a:normAutofit/>
          </a:bodyPr>
          <a:lstStyle/>
          <a:p>
            <a:r>
              <a:rPr lang="en-US" sz="4800"/>
              <a:t>AtliQ Telecom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853E5-15FE-8E15-9755-31AA47266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7" y="4482450"/>
            <a:ext cx="3462236" cy="1724029"/>
          </a:xfrm>
        </p:spPr>
        <p:txBody>
          <a:bodyPr anchor="t">
            <a:normAutofit/>
          </a:bodyPr>
          <a:lstStyle/>
          <a:p>
            <a:r>
              <a:rPr lang="en-US"/>
              <a:t>Geetha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Video 26" descr="Open Field With Satellite Dish">
            <a:extLst>
              <a:ext uri="{FF2B5EF4-FFF2-40B4-BE49-F238E27FC236}">
                <a16:creationId xmlns:a16="http://schemas.microsoft.com/office/drawing/2014/main" id="{62620B66-37F3-E002-19EE-9022756EAB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4371704" y="2043630"/>
            <a:ext cx="7293594" cy="4090994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8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5A4B-D091-D44A-A31F-957219C2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68680"/>
            <a:ext cx="5669280" cy="685800"/>
          </a:xfrm>
        </p:spPr>
        <p:txBody>
          <a:bodyPr wrap="square" lIns="36576" tIns="0" rIns="0" bIns="0"/>
          <a:lstStyle/>
          <a:p>
            <a:pPr algn="l"/>
            <a:r>
              <a:rPr lang="en-US" sz="4000" b="1">
                <a:solidFill>
                  <a:srgbClr val="000000"/>
                </a:solidFill>
                <a:latin typeface="Poppins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C4AC6-769C-4729-49E5-549A930C0CB1}"/>
              </a:ext>
            </a:extLst>
          </p:cNvPr>
          <p:cNvSpPr txBox="1"/>
          <p:nvPr/>
        </p:nvSpPr>
        <p:spPr>
          <a:xfrm>
            <a:off x="521207" y="2057400"/>
            <a:ext cx="5486400" cy="2629566"/>
          </a:xfrm>
          <a:prstGeom prst="rect">
            <a:avLst/>
          </a:prstGeom>
          <a:noFill/>
        </p:spPr>
        <p:txBody>
          <a:bodyPr wrap="square" lIns="36576" tIns="36576" rIns="146304" bIns="36576" rtlCol="0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lang="en-US" sz="1900" b="0">
                <a:solidFill>
                  <a:srgbClr val="141414"/>
                </a:solidFill>
                <a:latin typeface="Poppins" panose="00000500000000000000" pitchFamily="2" charset="0"/>
              </a:rPr>
              <a:t>AtliQ is one of the leading telecom providers in India and launched it’s 5G plans in May 2022 along with other telecom providers.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900" b="1">
                <a:solidFill>
                  <a:srgbClr val="141414"/>
                </a:solidFill>
                <a:latin typeface="Poppins"/>
              </a:rPr>
              <a:t>However, the management noticed a decline in their active users and revenue growth post 5G launch in May 2022.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1600200"/>
            <a:ext cx="4389120" cy="1965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800" b="1">
                <a:solidFill>
                  <a:srgbClr val="0091C4"/>
                </a:solidFill>
                <a:latin typeface="Poppins"/>
              </a:rPr>
              <a:t>5G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365760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Poppins"/>
              </a:rPr>
              <a:t>LAUNCH — MAY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4800600"/>
            <a:ext cx="438912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676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4EC3-2314-30F4-B572-21B75BE6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68680"/>
            <a:ext cx="5669280" cy="685800"/>
          </a:xfrm>
        </p:spPr>
        <p:txBody>
          <a:bodyPr wrap="square" lIns="36576" tIns="0" rIns="0" bIns="0"/>
          <a:lstStyle/>
          <a:p>
            <a:pPr algn="l"/>
            <a:r>
              <a:rPr lang="en-US" sz="4000" b="1">
                <a:solidFill>
                  <a:srgbClr val="000000"/>
                </a:solidFill>
                <a:latin typeface="Poppins"/>
              </a:rPr>
              <a:t>Details of Data</a:t>
            </a:r>
          </a:p>
        </p:txBody>
      </p:sp>
      <p:pic>
        <p:nvPicPr>
          <p:cNvPr id="22" name="Picture 21" descr="image-b8ce3e96c12a98b7a1c6a8077686752b.jpg"/>
          <p:cNvPicPr>
            <a:picLocks noChangeAspect="1"/>
          </p:cNvPicPr>
          <p:nvPr/>
        </p:nvPicPr>
        <p:blipFill>
          <a:blip r:embed="rId2"/>
          <a:srcRect r="52440" b="25000"/>
          <a:stretch>
            <a:fillRect/>
          </a:stretch>
        </p:blipFill>
        <p:spPr>
          <a:xfrm>
            <a:off x="841248" y="1755648"/>
            <a:ext cx="1654614" cy="388619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03B754-C7ED-A578-EE34-60B6D2794085}"/>
              </a:ext>
            </a:extLst>
          </p:cNvPr>
          <p:cNvCxnSpPr>
            <a:cxnSpLocks/>
          </p:cNvCxnSpPr>
          <p:nvPr/>
        </p:nvCxnSpPr>
        <p:spPr>
          <a:xfrm flipV="1">
            <a:off x="3223457" y="3698748"/>
            <a:ext cx="7011588" cy="136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623F9F-4DA8-5E0C-34A4-66854B596BDE}"/>
              </a:ext>
            </a:extLst>
          </p:cNvPr>
          <p:cNvSpPr txBox="1"/>
          <p:nvPr/>
        </p:nvSpPr>
        <p:spPr>
          <a:xfrm>
            <a:off x="4031671" y="2074568"/>
            <a:ext cx="2597729" cy="430887"/>
          </a:xfrm>
          <a:prstGeom prst="rect">
            <a:avLst/>
          </a:prstGeom>
          <a:noFill/>
        </p:spPr>
        <p:txBody>
          <a:bodyPr wrap="square" lIns="0" tIns="0" rIns="73152" bIns="0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Poppins"/>
              </a:rPr>
              <a:t>Before 5G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6F40E-C33C-4D84-EB02-17892CDC4258}"/>
              </a:ext>
            </a:extLst>
          </p:cNvPr>
          <p:cNvSpPr txBox="1"/>
          <p:nvPr/>
        </p:nvSpPr>
        <p:spPr>
          <a:xfrm>
            <a:off x="4031671" y="3255251"/>
            <a:ext cx="5922820" cy="646331"/>
          </a:xfrm>
          <a:prstGeom prst="rect">
            <a:avLst/>
          </a:prstGeom>
          <a:noFill/>
        </p:spPr>
        <p:txBody>
          <a:bodyPr wrap="square" lIns="0" tIns="0" rIns="73152" bIns="0" rtlCol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D96C4B"/>
                </a:solidFill>
                <a:latin typeface="Poppins"/>
              </a:rPr>
              <a:t>May – 5G Implementation – No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E207A4-860F-6426-3E40-B9D4B7F1D49B}"/>
              </a:ext>
            </a:extLst>
          </p:cNvPr>
          <p:cNvSpPr txBox="1"/>
          <p:nvPr/>
        </p:nvSpPr>
        <p:spPr>
          <a:xfrm>
            <a:off x="4031671" y="4501746"/>
            <a:ext cx="1672938" cy="430887"/>
          </a:xfrm>
          <a:prstGeom prst="rect">
            <a:avLst/>
          </a:prstGeom>
          <a:noFill/>
        </p:spPr>
        <p:txBody>
          <a:bodyPr wrap="square" lIns="0" tIns="0" rIns="73152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Poppins"/>
              </a:rPr>
              <a:t>After 5G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>
          <a:xfrm>
            <a:off x="2999232" y="1755648"/>
            <a:ext cx="64008" cy="3886200"/>
          </a:xfrm>
          <a:prstGeom prst="rect">
            <a:avLst/>
          </a:prstGeom>
          <a:solidFill>
            <a:srgbClr val="D9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2999232" y="2258568"/>
            <a:ext cx="310896" cy="45720"/>
          </a:xfrm>
          <a:prstGeom prst="rect">
            <a:avLst/>
          </a:prstGeom>
          <a:solidFill>
            <a:srgbClr val="D9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2999232" y="3456432"/>
            <a:ext cx="310896" cy="45720"/>
          </a:xfrm>
          <a:prstGeom prst="rect">
            <a:avLst/>
          </a:prstGeom>
          <a:solidFill>
            <a:srgbClr val="D9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999232" y="4663440"/>
            <a:ext cx="310896" cy="45720"/>
          </a:xfrm>
          <a:prstGeom prst="rect">
            <a:avLst/>
          </a:prstGeom>
          <a:solidFill>
            <a:srgbClr val="D9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51713" y="6215427"/>
            <a:ext cx="71780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9154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DA8A-C16C-484D-2F2D-0340B473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68680"/>
            <a:ext cx="5852160" cy="685800"/>
          </a:xfrm>
        </p:spPr>
        <p:txBody>
          <a:bodyPr wrap="square" lIns="36576" tIns="0" rIns="0" bIns="0"/>
          <a:lstStyle/>
          <a:p>
            <a:pPr algn="l"/>
            <a:r>
              <a:rPr lang="en-US" sz="4000" b="1">
                <a:solidFill>
                  <a:srgbClr val="000000"/>
                </a:solidFill>
                <a:latin typeface="Poppins"/>
              </a:rPr>
              <a:t>Main KPIs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6583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>
                <a:solidFill>
                  <a:srgbClr val="D96C4B"/>
                </a:solidFill>
                <a:latin typeface="Poppi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7452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oppins"/>
              </a:rPr>
              <a:t>ARPU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23744"/>
            <a:ext cx="44805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73737"/>
                </a:solidFill>
                <a:latin typeface="Poppins"/>
              </a:rPr>
              <a:t>Average Revenue Per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1901952"/>
            <a:ext cx="6583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>
                <a:solidFill>
                  <a:srgbClr val="D96C4B"/>
                </a:solidFill>
                <a:latin typeface="Poppi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7452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oppin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523744"/>
            <a:ext cx="44805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73737"/>
                </a:solidFill>
                <a:latin typeface="Poppins"/>
              </a:rPr>
              <a:t>Revenue for all the 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6583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>
                <a:solidFill>
                  <a:srgbClr val="D96C4B"/>
                </a:solidFill>
                <a:latin typeface="Poppi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04487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oppins"/>
              </a:rPr>
              <a:t>Active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53712"/>
            <a:ext cx="44805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73737"/>
                </a:solidFill>
                <a:latin typeface="Poppins"/>
              </a:rPr>
              <a:t>Number of Persons who are using the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931920"/>
            <a:ext cx="6583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>
                <a:solidFill>
                  <a:srgbClr val="D96C4B"/>
                </a:solidFill>
                <a:latin typeface="Poppi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904487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oppins"/>
              </a:rPr>
              <a:t>Unsubscribed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553712"/>
            <a:ext cx="44805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73737"/>
                </a:solidFill>
                <a:latin typeface="Poppins"/>
              </a:rPr>
              <a:t>Number of Persons who left the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5312" y="1828800"/>
            <a:ext cx="16459" cy="340156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456432"/>
            <a:ext cx="1106424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36208" y="5833872"/>
            <a:ext cx="539496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310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5559-F338-B9C3-F58F-A6706A232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68680"/>
            <a:ext cx="6766560" cy="685800"/>
          </a:xfrm>
        </p:spPr>
        <p:txBody>
          <a:bodyPr wrap="square" lIns="36576" tIns="0" rIns="0" bIns="0"/>
          <a:lstStyle/>
          <a:p>
            <a:pPr algn="l"/>
            <a:r>
              <a:rPr lang="en-US" sz="4000" b="1">
                <a:solidFill>
                  <a:srgbClr val="000000"/>
                </a:solidFill>
                <a:latin typeface="Poppins"/>
              </a:rPr>
              <a:t>Mock – up Dashboard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1207" y="1680764"/>
            <a:ext cx="1508760" cy="45720"/>
          </a:xfrm>
          <a:prstGeom prst="rect">
            <a:avLst/>
          </a:prstGeom>
          <a:solidFill>
            <a:srgbClr val="D9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32419" y="6217572"/>
            <a:ext cx="384048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6E478-927C-35FA-9BA0-675C18E6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852768"/>
            <a:ext cx="5313942" cy="3993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83C44-C68F-71F1-344B-01BD5CD1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956" y="1852769"/>
            <a:ext cx="5313943" cy="384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7F55D-2975-D727-52FD-8F3B19ED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35" y="903891"/>
            <a:ext cx="10343207" cy="8196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000" dirty="0"/>
              <a:t>My Design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0B946FF-6DDE-6D1D-AB2C-CEC5B601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B2BB9-ECFD-0C90-5453-B61815D1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06" y="1779929"/>
            <a:ext cx="3444886" cy="4569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C6058B-1985-7F93-26BF-6B9625ACC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765" y="1779928"/>
            <a:ext cx="3575778" cy="45321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FC79C7-5094-960C-A750-85D9D43A6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99" y="1779928"/>
            <a:ext cx="3714798" cy="456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7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58F30-50B6-C02F-6605-75E5F4D2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/>
              <a:t>Thank 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520328B2-BBB9-8A61-91BF-E348A46C8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8770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114</Words>
  <Application>Microsoft Office PowerPoint</Application>
  <PresentationFormat>Widescreen</PresentationFormat>
  <Paragraphs>28</Paragraphs>
  <Slides>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Bierstadt</vt:lpstr>
      <vt:lpstr>poppins</vt:lpstr>
      <vt:lpstr>GestaltVTI</vt:lpstr>
      <vt:lpstr>AtliQ Telecom Analysis</vt:lpstr>
      <vt:lpstr>Introduction</vt:lpstr>
      <vt:lpstr>Details of Data</vt:lpstr>
      <vt:lpstr>Main KPIs</vt:lpstr>
      <vt:lpstr>Mock – up Dashboard</vt:lpstr>
      <vt:lpstr>My Design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gowri eswaraprasad narra</dc:creator>
  <cp:lastModifiedBy>gowri eswaraprasad narra</cp:lastModifiedBy>
  <cp:revision>1</cp:revision>
  <dcterms:created xsi:type="dcterms:W3CDTF">2026-10-28T00:29:26Z</dcterms:created>
  <dcterms:modified xsi:type="dcterms:W3CDTF">2026-10-28T01:28:23Z</dcterms:modified>
</cp:coreProperties>
</file>